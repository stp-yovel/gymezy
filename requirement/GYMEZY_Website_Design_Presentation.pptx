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GYMEZY Website UI/UX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Website Design Presentation</a:t>
            </a:r>
          </a:p>
        </p:txBody>
      </p:sp>
      <p:pic>
        <p:nvPicPr>
          <p:cNvPr id="4" name="Picture 3" descr="100022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0292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Home Page</a:t>
            </a:r>
          </a:p>
        </p:txBody>
      </p:sp>
      <p:pic>
        <p:nvPicPr>
          <p:cNvPr id="3" name="Picture 2" descr="100022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647" y="502920"/>
            <a:ext cx="396239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For Customers</a:t>
            </a:r>
          </a:p>
        </p:txBody>
      </p:sp>
      <p:pic>
        <p:nvPicPr>
          <p:cNvPr id="3" name="Picture 2" descr="1000220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147" y="50292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Gym Owners - Benefits &amp; Features</a:t>
            </a:r>
          </a:p>
        </p:txBody>
      </p:sp>
      <p:pic>
        <p:nvPicPr>
          <p:cNvPr id="3" name="Picture 2" descr="1000220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147" y="50292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Gym Owners - Subscription Plans</a:t>
            </a:r>
          </a:p>
        </p:txBody>
      </p:sp>
      <p:pic>
        <p:nvPicPr>
          <p:cNvPr id="3" name="Picture 2" descr="1000220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647" y="502920"/>
            <a:ext cx="396239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About Us</a:t>
            </a:r>
          </a:p>
        </p:txBody>
      </p:sp>
      <p:pic>
        <p:nvPicPr>
          <p:cNvPr id="3" name="Picture 2" descr="10002201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647" y="502920"/>
            <a:ext cx="396239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Subscription &amp; Demo Lead Flow</a:t>
            </a:r>
          </a:p>
        </p:txBody>
      </p:sp>
      <p:pic>
        <p:nvPicPr>
          <p:cNvPr id="3" name="Picture 2" descr="10002201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147" y="50292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