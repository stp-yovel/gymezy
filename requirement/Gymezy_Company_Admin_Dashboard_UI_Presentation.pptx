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4" r:id="rId5"/>
    <p:sldId id="266" r:id="rId6"/>
    <p:sldId id="265" r:id="rId7"/>
    <p:sldId id="263" r:id="rId8"/>
    <p:sldId id="262" r:id="rId9"/>
    <p:sldId id="260" r:id="rId10"/>
    <p:sldId id="261" r:id="rId11"/>
    <p:sldId id="258" r:id="rId12"/>
    <p:sldId id="267" r:id="rId13"/>
    <p:sldId id="268" r:id="rId14"/>
    <p:sldId id="259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GYMEZY Company Admin Dashboard</a:t>
            </a:r>
            <a:br/>
            <a:r>
              <a:t>UI/UX Design</a:t>
            </a:r>
          </a:p>
          <a:p>
            <a:pPr>
              <a:defRPr sz="1800"/>
            </a:pPr>
            <a:r>
              <a:t>Product Design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Company Dashboard</a:t>
            </a:r>
          </a:p>
        </p:txBody>
      </p:sp>
      <p:pic>
        <p:nvPicPr>
          <p:cNvPr id="3" name="Picture 2" descr="10002196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202057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GYM Overview</a:t>
            </a:r>
            <a:endParaRPr lang="en-US"/>
          </a:p>
        </p:txBody>
      </p:sp>
      <p:pic>
        <p:nvPicPr>
          <p:cNvPr id="4" name="Picture 3" descr="10002195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40" y="597535"/>
            <a:ext cx="8669655" cy="5779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9674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Approval flow</a:t>
            </a:r>
            <a:endParaRPr lang="en-US"/>
          </a:p>
        </p:txBody>
      </p:sp>
      <p:pic>
        <p:nvPicPr>
          <p:cNvPr id="3" name="Picture 2" descr="2ef657fc-30a7-4a74-bd86-664c4977359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55" y="746125"/>
            <a:ext cx="8659495" cy="5890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Customers Management</a:t>
            </a:r>
          </a:p>
        </p:txBody>
      </p:sp>
      <p:pic>
        <p:nvPicPr>
          <p:cNvPr id="3" name="Picture 2" descr="100021954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 Overview</a:t>
            </a:r>
          </a:p>
        </p:txBody>
      </p:sp>
      <p:pic>
        <p:nvPicPr>
          <p:cNvPr id="3" name="Picture 2" descr="10002195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Bookings Management</a:t>
            </a:r>
          </a:p>
        </p:txBody>
      </p:sp>
      <p:pic>
        <p:nvPicPr>
          <p:cNvPr id="3" name="Picture 2" descr="100021955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Booking Details</a:t>
            </a:r>
          </a:p>
        </p:txBody>
      </p:sp>
      <p:pic>
        <p:nvPicPr>
          <p:cNvPr id="3" name="Picture 2" descr="100021955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 Transactions</a:t>
            </a:r>
          </a:p>
        </p:txBody>
      </p:sp>
      <p:pic>
        <p:nvPicPr>
          <p:cNvPr id="3" name="Picture 2" descr="100021955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Partner Transactions</a:t>
            </a:r>
          </a:p>
        </p:txBody>
      </p:sp>
      <p:pic>
        <p:nvPicPr>
          <p:cNvPr id="3" name="Picture 2" descr="10002195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64655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Onboarding</a:t>
            </a:r>
            <a:endParaRPr lang="en-US"/>
          </a:p>
        </p:txBody>
      </p:sp>
      <p:pic>
        <p:nvPicPr>
          <p:cNvPr id="4" name="Picture 3" descr="1000219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785" y="597535"/>
            <a:ext cx="8901430" cy="5934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245427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/>
              <a:t>Onboarding status</a:t>
            </a:r>
            <a:endParaRPr lang="en-US"/>
          </a:p>
        </p:txBody>
      </p:sp>
      <p:pic>
        <p:nvPicPr>
          <p:cNvPr id="3" name="Picture 2" descr="ChatGPT Image Jul 28, 2026, 12_37_4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718185"/>
            <a:ext cx="9001760" cy="60013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Customer Reports</a:t>
            </a:r>
          </a:p>
        </p:txBody>
      </p:sp>
      <p:pic>
        <p:nvPicPr>
          <p:cNvPr id="3" name="Picture 2" descr="100021955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WPS Presentation</Application>
  <PresentationFormat>On-screen Show (4:3)</PresentationFormat>
  <Paragraphs>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shrujana shivaji</cp:lastModifiedBy>
  <cp:revision>2</cp:revision>
  <dcterms:created xsi:type="dcterms:W3CDTF">2013-01-27T09:14:00Z</dcterms:created>
  <dcterms:modified xsi:type="dcterms:W3CDTF">2026-07-28T07:09:44Z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211C270BE0184ECDB0EE1042EE462A9E_12</vt:lpwstr>
  </property>
</Properties>
</file>