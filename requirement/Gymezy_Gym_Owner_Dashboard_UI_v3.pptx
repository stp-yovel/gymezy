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9" r:id="rId13"/>
    <p:sldId id="271" r:id="rId14"/>
    <p:sldId id="270" r:id="rId15"/>
    <p:sldId id="264" r:id="rId16"/>
    <p:sldId id="268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GYMEZY - Gym Owner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UI/UX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Overview</a:t>
            </a:r>
          </a:p>
        </p:txBody>
      </p:sp>
      <p:pic>
        <p:nvPicPr>
          <p:cNvPr id="3" name="Picture 2" descr="100021929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731400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Bookings</a:t>
            </a:r>
          </a:p>
        </p:txBody>
      </p:sp>
      <p:pic>
        <p:nvPicPr>
          <p:cNvPr id="3" name="Picture 2" descr="100021933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91668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/>
              <a:t>Customer checkin - Manual</a:t>
            </a:r>
            <a:endParaRPr lang="en-US"/>
          </a:p>
        </p:txBody>
      </p:sp>
      <p:pic>
        <p:nvPicPr>
          <p:cNvPr id="3" name="Picture 2" descr="10002193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Membership Management</a:t>
            </a:r>
          </a:p>
        </p:txBody>
      </p:sp>
      <p:pic>
        <p:nvPicPr>
          <p:cNvPr id="3" name="Picture 2" descr="10002193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Member Details</a:t>
            </a:r>
          </a:p>
        </p:txBody>
      </p:sp>
      <p:pic>
        <p:nvPicPr>
          <p:cNvPr id="3" name="Picture 2" descr="100021933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Add New Member</a:t>
            </a:r>
          </a:p>
        </p:txBody>
      </p:sp>
      <p:pic>
        <p:nvPicPr>
          <p:cNvPr id="3" name="Picture 2" descr="100021933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Member Added Successfully</a:t>
            </a:r>
          </a:p>
        </p:txBody>
      </p:sp>
      <p:pic>
        <p:nvPicPr>
          <p:cNvPr id="3" name="Picture 2" descr="10002193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Employee Management</a:t>
            </a:r>
          </a:p>
        </p:txBody>
      </p:sp>
      <p:pic>
        <p:nvPicPr>
          <p:cNvPr id="3" name="Picture 2" descr="file_00000000022c81f48a24e622b96cc5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Employee Details</a:t>
            </a:r>
          </a:p>
        </p:txBody>
      </p:sp>
      <p:pic>
        <p:nvPicPr>
          <p:cNvPr id="4" name="Picture 3" descr="100021932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Add New Employee</a:t>
            </a:r>
          </a:p>
        </p:txBody>
      </p:sp>
      <p:pic>
        <p:nvPicPr>
          <p:cNvPr id="3" name="Picture 2" descr="100021938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567" y="548640"/>
            <a:ext cx="905256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Add Temporary / Part-Time Staff</a:t>
            </a:r>
          </a:p>
        </p:txBody>
      </p:sp>
      <p:pic>
        <p:nvPicPr>
          <p:cNvPr id="3" name="Picture 2" descr="100021938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567" y="548640"/>
            <a:ext cx="905256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Employee Added Successfully</a:t>
            </a:r>
          </a:p>
        </p:txBody>
      </p:sp>
      <p:pic>
        <p:nvPicPr>
          <p:cNvPr id="3" name="Picture 2" descr="100021938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567" y="548640"/>
            <a:ext cx="905256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Subscription Management</a:t>
            </a:r>
          </a:p>
        </p:txBody>
      </p:sp>
      <p:pic>
        <p:nvPicPr>
          <p:cNvPr id="3" name="Picture 2" descr="file_000000008620820890cd12a4a6b8c9f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Gym Profile Approval</a:t>
            </a:r>
          </a:p>
        </p:txBody>
      </p:sp>
      <p:pic>
        <p:nvPicPr>
          <p:cNvPr id="3" name="Picture 2" descr="file_00000000a8688208b965c0ba69f1fcc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WPS Presentation</Application>
  <PresentationFormat>On-screen Show (4:3)</PresentationFormat>
  <Paragraphs>32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shrujana shivaji</cp:lastModifiedBy>
  <cp:revision>2</cp:revision>
  <dcterms:created xsi:type="dcterms:W3CDTF">2013-01-27T09:14:00Z</dcterms:created>
  <dcterms:modified xsi:type="dcterms:W3CDTF">2026-07-28T07:21:13Z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A6F3F4144FE34F67885451C482A6218F_12</vt:lpwstr>
  </property>
</Properties>
</file>