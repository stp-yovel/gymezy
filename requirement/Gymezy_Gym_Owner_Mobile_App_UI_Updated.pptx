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0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Login &amp; Overview</a:t>
            </a:r>
          </a:p>
        </p:txBody>
      </p:sp>
      <p:pic>
        <p:nvPicPr>
          <p:cNvPr id="3" name="Picture 2" descr="ChatGPT Image Jul 28, 2026, 11_14_02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80" y="805815"/>
            <a:ext cx="8242300" cy="5494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 Check-in</a:t>
            </a:r>
          </a:p>
        </p:txBody>
      </p:sp>
      <p:pic>
        <p:nvPicPr>
          <p:cNvPr id="3" name="Picture 2" descr="ChatGPT Image Jul 28, 2026, 11_02_44 AM.png"/>
          <p:cNvPicPr>
            <a:picLocks noChangeAspect="1"/>
          </p:cNvPicPr>
          <p:nvPr/>
        </p:nvPicPr>
        <p:blipFill>
          <a:blip r:embed="rId1"/>
          <a:srcRect b="50910"/>
          <a:stretch>
            <a:fillRect/>
          </a:stretch>
        </p:blipFill>
        <p:spPr>
          <a:xfrm>
            <a:off x="274320" y="1063625"/>
            <a:ext cx="5930900" cy="4483100"/>
          </a:xfrm>
          <a:prstGeom prst="rect">
            <a:avLst/>
          </a:prstGeom>
        </p:spPr>
      </p:pic>
      <p:pic>
        <p:nvPicPr>
          <p:cNvPr id="4" name="Picture 3" descr="ChatGPT Image Jul 28, 2026, 11_02_44 AM.png"/>
          <p:cNvPicPr>
            <a:picLocks noChangeAspect="1"/>
          </p:cNvPicPr>
          <p:nvPr/>
        </p:nvPicPr>
        <p:blipFill>
          <a:blip r:embed="rId1"/>
          <a:srcRect t="49584"/>
          <a:stretch>
            <a:fillRect/>
          </a:stretch>
        </p:blipFill>
        <p:spPr>
          <a:xfrm>
            <a:off x="6177280" y="1063625"/>
            <a:ext cx="5914390" cy="4473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Member Check-in</a:t>
            </a:r>
          </a:p>
        </p:txBody>
      </p:sp>
      <p:pic>
        <p:nvPicPr>
          <p:cNvPr id="3" name="Picture 2" descr="ChatGPT Image Jul 28, 2026, 11_02_28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" y="774065"/>
            <a:ext cx="4070350" cy="5843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Employee Attendance</a:t>
            </a:r>
          </a:p>
        </p:txBody>
      </p:sp>
      <p:pic>
        <p:nvPicPr>
          <p:cNvPr id="3" name="Picture 2" descr="ChatGPT Image Jul 28, 2026, 11_02_14 AM.png"/>
          <p:cNvPicPr>
            <a:picLocks noChangeAspect="1"/>
          </p:cNvPicPr>
          <p:nvPr/>
        </p:nvPicPr>
        <p:blipFill>
          <a:blip r:embed="rId1"/>
          <a:srcRect b="61486"/>
          <a:stretch>
            <a:fillRect/>
          </a:stretch>
        </p:blipFill>
        <p:spPr>
          <a:xfrm>
            <a:off x="179070" y="599440"/>
            <a:ext cx="5285105" cy="2966085"/>
          </a:xfrm>
          <a:prstGeom prst="rect">
            <a:avLst/>
          </a:prstGeom>
        </p:spPr>
      </p:pic>
      <p:pic>
        <p:nvPicPr>
          <p:cNvPr id="4" name="Picture 3" descr="ChatGPT Image Jul 28, 2026, 11_02_14 AM.png"/>
          <p:cNvPicPr>
            <a:picLocks noChangeAspect="1"/>
          </p:cNvPicPr>
          <p:nvPr/>
        </p:nvPicPr>
        <p:blipFill>
          <a:blip r:embed="rId1"/>
          <a:srcRect t="38514" b="31789"/>
          <a:stretch>
            <a:fillRect/>
          </a:stretch>
        </p:blipFill>
        <p:spPr>
          <a:xfrm>
            <a:off x="5405755" y="532765"/>
            <a:ext cx="6035675" cy="3033395"/>
          </a:xfrm>
          <a:prstGeom prst="rect">
            <a:avLst/>
          </a:prstGeom>
        </p:spPr>
      </p:pic>
      <p:pic>
        <p:nvPicPr>
          <p:cNvPr id="5" name="Picture 4" descr="ChatGPT Image Jul 28, 2026, 11_02_14 AM.png"/>
          <p:cNvPicPr>
            <a:picLocks noChangeAspect="1"/>
          </p:cNvPicPr>
          <p:nvPr/>
        </p:nvPicPr>
        <p:blipFill>
          <a:blip r:embed="rId1"/>
          <a:srcRect t="68211"/>
          <a:stretch>
            <a:fillRect/>
          </a:stretch>
        </p:blipFill>
        <p:spPr>
          <a:xfrm>
            <a:off x="2797175" y="3707765"/>
            <a:ext cx="6195060" cy="2954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8542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Profile view 1</a:t>
            </a:r>
            <a:endParaRPr lang="en-US"/>
          </a:p>
        </p:txBody>
      </p:sp>
      <p:pic>
        <p:nvPicPr>
          <p:cNvPr id="6" name="Picture 5" descr="ChatGPT Image Jul 28, 2026, 12_04_13 PM"/>
          <p:cNvPicPr>
            <a:picLocks noChangeAspect="1"/>
          </p:cNvPicPr>
          <p:nvPr/>
        </p:nvPicPr>
        <p:blipFill>
          <a:blip r:embed="rId1"/>
          <a:srcRect r="47755" b="49884"/>
          <a:stretch>
            <a:fillRect/>
          </a:stretch>
        </p:blipFill>
        <p:spPr>
          <a:xfrm>
            <a:off x="194310" y="1176655"/>
            <a:ext cx="5577840" cy="3683635"/>
          </a:xfrm>
          <a:prstGeom prst="rect">
            <a:avLst/>
          </a:prstGeom>
        </p:spPr>
      </p:pic>
      <p:pic>
        <p:nvPicPr>
          <p:cNvPr id="7" name="Picture 6" descr="ChatGPT Image Jul 28, 2026, 12_04_13 PM"/>
          <p:cNvPicPr>
            <a:picLocks noChangeAspect="1"/>
          </p:cNvPicPr>
          <p:nvPr/>
        </p:nvPicPr>
        <p:blipFill>
          <a:blip r:embed="rId1"/>
          <a:srcRect t="51300" r="47755"/>
          <a:stretch>
            <a:fillRect/>
          </a:stretch>
        </p:blipFill>
        <p:spPr>
          <a:xfrm>
            <a:off x="5970270" y="1176655"/>
            <a:ext cx="5634355" cy="3749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8542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Profile view 2</a:t>
            </a:r>
            <a:endParaRPr lang="en-US"/>
          </a:p>
        </p:txBody>
      </p:sp>
      <p:pic>
        <p:nvPicPr>
          <p:cNvPr id="6" name="Picture 5" descr="ChatGPT Image Jul 28, 2026, 12_04_13 PM"/>
          <p:cNvPicPr>
            <a:picLocks noChangeAspect="1"/>
          </p:cNvPicPr>
          <p:nvPr/>
        </p:nvPicPr>
        <p:blipFill>
          <a:blip r:embed="rId1"/>
          <a:srcRect l="53146" r="24936"/>
          <a:stretch>
            <a:fillRect/>
          </a:stretch>
        </p:blipFill>
        <p:spPr>
          <a:xfrm>
            <a:off x="1323340" y="634365"/>
            <a:ext cx="3546475" cy="5909945"/>
          </a:xfrm>
          <a:prstGeom prst="rect">
            <a:avLst/>
          </a:prstGeom>
        </p:spPr>
      </p:pic>
      <p:pic>
        <p:nvPicPr>
          <p:cNvPr id="3" name="Picture 2" descr="ChatGPT Image Jul 28, 2026, 12_04_13 PM"/>
          <p:cNvPicPr>
            <a:picLocks noChangeAspect="1"/>
          </p:cNvPicPr>
          <p:nvPr/>
        </p:nvPicPr>
        <p:blipFill>
          <a:blip r:embed="rId1"/>
          <a:srcRect l="74560"/>
          <a:stretch>
            <a:fillRect/>
          </a:stretch>
        </p:blipFill>
        <p:spPr>
          <a:xfrm>
            <a:off x="5631815" y="634365"/>
            <a:ext cx="3002915" cy="5793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443103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Complete Gym Owner Mobile App</a:t>
            </a:r>
          </a:p>
        </p:txBody>
      </p:sp>
      <p:pic>
        <p:nvPicPr>
          <p:cNvPr id="3" name="Picture 2" descr="a_high_resolution_ui_ux_mockup_collage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681355"/>
            <a:ext cx="8842375" cy="5895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WPS Presentation</Application>
  <PresentationFormat>On-screen Show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shrujana shivaji</cp:lastModifiedBy>
  <cp:revision>2</cp:revision>
  <dcterms:created xsi:type="dcterms:W3CDTF">2013-01-27T09:14:00Z</dcterms:created>
  <dcterms:modified xsi:type="dcterms:W3CDTF">2026-07-28T06:40:46Z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9DA190007FF24BDA9C10751589A38FE4_12</vt:lpwstr>
  </property>
</Properties>
</file>